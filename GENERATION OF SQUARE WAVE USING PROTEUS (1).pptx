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BCEA6-666C-A478-6054-D93F90E8C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DAE0C-2861-DCF2-34E3-587CE249E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745F1-F28E-24D7-C741-ABB8558CE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6971-BFE1-46FA-9AD0-1A8AE0B9363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5CDCB-08C2-505B-0343-F0476823E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242E5-BF4F-B3D0-D299-8669B2CF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72C5A-6AE5-4522-8C23-0829164FD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257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1A140-9840-A76A-4DBA-F5B0DDC9F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4D432-900F-6372-CB78-6D4CA7BF1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3A0B1-4944-F70E-9A8A-0355E522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6971-BFE1-46FA-9AD0-1A8AE0B9363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FA843-4388-62C5-7D2F-BBB4D871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57578-3E92-94FB-6851-3319DCF9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72C5A-6AE5-4522-8C23-0829164FD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646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26057-90D5-A575-4168-172AC3AD8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BA5AE-DE10-8A83-E3A3-A1F1BEAEE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5C342-F1C4-7410-61D9-BBE380983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6971-BFE1-46FA-9AD0-1A8AE0B9363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FD3C8-E89E-F662-66A7-C837384FA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C57ED-1F3C-EFF3-FC31-D458E34E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72C5A-6AE5-4522-8C23-0829164FD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03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79EC1-0F80-401B-7CFF-59FA24BF8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0A6AB-ADF3-A898-88F8-2988C29400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DE9B2-43E7-2444-B6F5-33692B2CD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A9AA2-3610-C35E-784B-FA5DAF1A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6971-BFE1-46FA-9AD0-1A8AE0B9363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C6113-AE98-82AF-3B32-882FFA5A6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54E-991E-8E54-C70F-FF6F0B5B4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72C5A-6AE5-4522-8C23-0829164FD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13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35D5-B26D-17DA-689D-C58D4C88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4A524-D8B4-AE84-B494-F437DE573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7892D-C0F3-7DC7-5A0E-6488CC2AC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368D6-65C0-EBAE-33B0-B60A31F67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5D5C2-AD31-5A87-846E-5AFCACE3C2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FC42F9-3888-7E7C-8A7B-ADA9C579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6971-BFE1-46FA-9AD0-1A8AE0B9363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B78F2D-2460-B9E7-2FD5-C40E42B3B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1122F4-C903-3FCD-6B24-512A93F9A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72C5A-6AE5-4522-8C23-0829164FD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333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E4301-AA94-4059-CCA3-23BC78AC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0D693A-8AC2-321E-1816-189A53E0E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6971-BFE1-46FA-9AD0-1A8AE0B9363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B1405-E787-A422-3DD9-CAC20DEAC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B80E7-D3E1-47E7-D30B-012B5BC5A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72C5A-6AE5-4522-8C23-0829164FD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219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7E3EB-B960-85BF-6124-F82EE422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6971-BFE1-46FA-9AD0-1A8AE0B9363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A1EB5B-3761-89FF-8403-04951B184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DD318-2678-89D9-C470-79EC0BA6E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72C5A-6AE5-4522-8C23-0829164FD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9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D1BB-F37D-DF3D-F476-3D477C080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82AC4-64C9-0864-4CB2-0FDCEB0E9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516F3-A67A-ADD3-23B7-E8825CB67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3A533-6747-ABDD-0C87-7E9908C2C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6971-BFE1-46FA-9AD0-1A8AE0B9363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B702E-5A51-63DA-84F8-ED5338F3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DDF6C-937A-ED8F-9E2C-3FF753512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72C5A-6AE5-4522-8C23-0829164FD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73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DAB6-066A-EDEB-4466-F73D0F4C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00FAC1-20DB-9A17-42EC-032FDF336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47E61-03B8-22CF-AEFA-A790F89DB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726E5-BCAE-B789-988A-F0774CEC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6971-BFE1-46FA-9AD0-1A8AE0B9363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461AE-6748-BEE3-8D16-80C52A949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D6792-2626-9ABF-B657-20D6E0E5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72C5A-6AE5-4522-8C23-0829164FD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41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2D059-3F18-A929-B560-5CD5ED694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86614-7DA5-3EDB-2C8E-23D127CD3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DD993-597A-4C30-972E-9BCB1385D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6971-BFE1-46FA-9AD0-1A8AE0B9363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66633-6A28-F796-C9C5-0667E215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2DBA2-AF3F-5CC6-23A0-553DB4FD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72C5A-6AE5-4522-8C23-0829164FD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583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F4436-D9FA-6649-93DB-76EE4AA19C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657A7-512B-0E78-2C5D-531F9ABF1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2AE61-1F65-FB6E-F37C-3C843962C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16971-BFE1-46FA-9AD0-1A8AE0B9363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93C72-CE27-4CFB-509D-74E8418EE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0FFFC-54AA-06F0-04AB-5C10DCCB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72C5A-6AE5-4522-8C23-0829164FD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703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A6EE3-B7E0-B853-23AA-AC94CDF9B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B510E-FB88-2CE8-F397-243FA965E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D3BEE-0057-1D70-1355-20B97A529D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16971-BFE1-46FA-9AD0-1A8AE0B9363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6073A-87F6-A3F3-A76B-9D7F5021A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705DF-F959-8A3D-5892-B497C27E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D72C5A-6AE5-4522-8C23-0829164FD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958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FE2E9-C2C4-740A-634F-8F8D58A57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3996" y="226251"/>
            <a:ext cx="7812024" cy="368109"/>
          </a:xfrm>
        </p:spPr>
        <p:txBody>
          <a:bodyPr>
            <a:norm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9D135-EA86-A277-A4C8-0EFFFF22E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304" y="1124014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:-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 square wave using AT89C51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port tagging operation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observe wave form using an oscilloscope in proteus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DC802-45AA-8FBC-0459-D299F892D78B}"/>
              </a:ext>
            </a:extLst>
          </p:cNvPr>
          <p:cNvSpPr txBox="1"/>
          <p:nvPr/>
        </p:nvSpPr>
        <p:spPr>
          <a:xfrm>
            <a:off x="527304" y="2916679"/>
            <a:ext cx="117408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:-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 0000H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UP: SETB P2.0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 P2.0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SJMP UP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DELAY: MOV R4,#35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H1:MOV R3,#255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H2:DJNZ R3,H2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DJNZ R4,H1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8CB8A-7B0B-D8F0-E614-86BA56522234}"/>
              </a:ext>
            </a:extLst>
          </p:cNvPr>
          <p:cNvSpPr txBox="1"/>
          <p:nvPr/>
        </p:nvSpPr>
        <p:spPr>
          <a:xfrm>
            <a:off x="7706868" y="2779776"/>
            <a:ext cx="2359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AAA120-BC96-8767-E29C-989407025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868" y="3223088"/>
            <a:ext cx="6094476" cy="336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66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kartheek</dc:creator>
  <cp:lastModifiedBy>A kartheek</cp:lastModifiedBy>
  <cp:revision>2</cp:revision>
  <dcterms:created xsi:type="dcterms:W3CDTF">2026-07-30T06:03:40Z</dcterms:created>
  <dcterms:modified xsi:type="dcterms:W3CDTF">2026-07-30T06:10:52Z</dcterms:modified>
</cp:coreProperties>
</file>