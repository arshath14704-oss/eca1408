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28290" y="326835"/>
            <a:ext cx="6851904" cy="368109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FLASHING OF LED USING AT89C51 MICROCONTROLLER USING PROTEUS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104" y="695579"/>
            <a:ext cx="8997696" cy="604418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base operations of AT85C91 microcontroller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interface an LED with microcontroller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LED blinking using a software delay row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 0000H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UP: SETB P2.0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P2.0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SJMP UP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DELAY: MOV R4,#35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H1:MOV R3,#255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H2:DJNZ R3,H2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DJNZ R4,H1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40" y="2563495"/>
            <a:ext cx="6834505" cy="3832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WPS Presentation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Aptos Display</vt:lpstr>
      <vt:lpstr>Segoe UI Variable Display</vt:lpstr>
      <vt:lpstr>Microsoft YaHei</vt:lpstr>
      <vt:lpstr>Arial Unicode MS</vt:lpstr>
      <vt:lpstr>Aptos</vt:lpstr>
      <vt:lpstr>Segoe UI</vt:lpstr>
      <vt:lpstr>Calibri</vt:lpstr>
      <vt:lpstr>Office Theme</vt:lpstr>
      <vt:lpstr>EXPERIMENT - 1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kartheek</dc:creator>
  <cp:lastModifiedBy>A. Kartheek</cp:lastModifiedBy>
  <cp:revision>2</cp:revision>
  <dcterms:created xsi:type="dcterms:W3CDTF">2026-07-30T05:49:00Z</dcterms:created>
  <dcterms:modified xsi:type="dcterms:W3CDTF">2026-07-30T05:53:16Z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CBC2DF58A61041A5A913B78C9577E813_12</vt:lpwstr>
  </property>
  <property fmtid="{D5CDD505-2E9C-101B-9397-08002B2CF9AE}" pid="3" name="KSOProductBuildVer">
    <vt:lpwstr>1033-12.1.0.27458</vt:lpwstr>
  </property>
</Properties>
</file>