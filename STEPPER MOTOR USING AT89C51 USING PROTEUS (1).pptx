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86DF-BBB4-2731-D3D7-C2289D5FC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62A66-4D88-3C4C-5E28-DE584BC39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2E761-C47C-47F7-19DF-8A5894F4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A325E-F9C2-2F15-B259-8FAD39FF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F6637-6C73-D8AC-340F-7CDC133C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03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5826-6BC9-E540-140B-CECD08B9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B0D57-F01D-600D-0C62-AE58A29BD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CD2DF-5EC3-C3DD-74BE-BFD0908AB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FD25C-0346-EBE5-00A0-D499CB58D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66FCE-4D79-B81E-2333-7A646C8B2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319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D796-C244-A646-D9B1-A846018A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44772-E054-FB5A-B4E5-8B40B9CAC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56E29-A20A-F5ED-7A98-96C9A9F2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0BC91-5301-9331-9C02-774ED78D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F09A0-A8A4-D76C-45BD-618F379A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26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650E-CC3F-B760-059E-553BB5DE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E19E9-B98C-35FF-656E-A01A54FA8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8E2FC-ECDB-C0B7-BF3E-7C6184B24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47EFF-2739-633C-0364-B2CA650E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35878-2902-7D46-9CBC-3E6C588B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143E5-8AE4-7839-AC71-DA7580D9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25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C066-C1A0-10B0-D923-7BAB940D1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84EF7-B6EC-AAA7-B44E-AD22CECDC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F8164-FCD7-C4E6-8B29-8F08DD93D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DADD2-B378-C0F5-5CAF-7E9FF390A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C87A7-F416-F3E0-BACF-1B0D2459BB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9912C-E45D-3215-F8F6-9752EFB75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79B02-BA39-DC54-CB26-04D9DC72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0141F-6440-F276-7B13-F9909B7D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920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70E36-7245-473E-2A87-412872E9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E7E80B-5212-7A00-6A3F-A9E33412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464B6-763E-74BA-2617-E6C405A2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969B7-03FC-12BB-716A-B3C2132E7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52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6426C-E15C-611B-4CC9-2A02E4BA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326B7-0493-D6E2-1CC9-82BD59CA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1CEE2-3792-9923-99ED-D135AD0D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5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2D2E-0632-2BBF-763F-3580837F0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908C1-6AF5-301B-E383-C1F283209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AAD9C-5100-2316-C4D2-28DCB1985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1D173-97F7-826D-B082-583533A1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0EAF8-B5EE-ED0A-AF18-35EB7110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413F2-D113-CCC4-9946-84290C200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95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1578-6346-21B5-F1D3-6F55B3AD6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5DFBD4-D52D-7523-84EA-E39D3C659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2CA31-0F46-C203-C57C-7A13A1FE4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C344C-780B-8F30-9A9B-1B354166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418B4-9B11-BAAA-09F5-015E9CFE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6EB4B-8E67-52BA-BDA7-99CE68D5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97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F1B4-AA96-4B62-9A5E-8F3B16E4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8AC09-9AC1-F6AD-C06E-98D765E41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C1A53-5434-AAD1-6AA2-EA0A679C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F935C-4D7C-FE86-835D-F8255D23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DB677-248A-2D6A-4104-71AEFB0B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1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D12940-90EB-0750-862B-313D1D3C7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7519F-D8AD-BCF8-E43F-75E94CD4F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6EBD6-7020-3A26-C0F5-909BF410F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CA8CF-2E04-DDFA-1AF2-AF20EB29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ACAF3-F50A-63EF-3C7E-54935FF8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95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C6851-57A4-90D1-D6CC-21F10E49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5C543-2FC0-4253-F81C-B683B5BB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90A96-ACBB-749E-AE5A-855E083CD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69DB1-0958-42FB-975D-2C14C499113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FAC1B-1631-4AA5-5827-1CE75A52A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84FD8-2585-52DA-CB44-67EDC07EB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41263-7EBB-4D66-BCFB-5E9030FD5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6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3446-F841-240E-C537-F51E835F9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8672" y="0"/>
            <a:ext cx="7940040" cy="715581"/>
          </a:xfrm>
        </p:spPr>
        <p:txBody>
          <a:bodyPr>
            <a:normAutofit fontScale="90000"/>
          </a:bodyPr>
          <a:lstStyle/>
          <a:p>
            <a:r>
              <a:rPr lang="en-IN" sz="2800" u="sng" dirty="0">
                <a:latin typeface="Times New Roman" panose="02020603050405020304" pitchFamily="18" charset="0"/>
                <a:ea typeface="PMingLiU-ExtB" panose="02020500000000000000" pitchFamily="18" charset="-120"/>
                <a:cs typeface="Times New Roman" panose="02020603050405020304" pitchFamily="18" charset="0"/>
              </a:rPr>
              <a:t>STEPPER MOTOR USING AT89C51 USING PROTEUS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19491-CAAE-9FE2-8E02-E76A46DA3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986854"/>
            <a:ext cx="6422136" cy="1792922"/>
          </a:xfrm>
        </p:spPr>
        <p:txBody>
          <a:bodyPr/>
          <a:lstStyle/>
          <a:p>
            <a:pPr algn="l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 square wave using AT89C51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sleeping sequence of a stepper motor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control rotational movement using assembly language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6844E-49CD-02C4-77F5-BE7482905A26}"/>
              </a:ext>
            </a:extLst>
          </p:cNvPr>
          <p:cNvSpPr txBox="1"/>
          <p:nvPr/>
        </p:nvSpPr>
        <p:spPr>
          <a:xfrm>
            <a:off x="335280" y="2779776"/>
            <a:ext cx="481888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                                                                             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 0000H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UP: MOV P2,#09H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P2,#0CH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P2,#06H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P2,#03H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SJMP UP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DELAY:MOV R4,#18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H1:MOV R3,#255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H2:DJNZ R3,H2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DJNZ R4,H1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8268F-06D3-873C-6D85-830C0A7F4436}"/>
              </a:ext>
            </a:extLst>
          </p:cNvPr>
          <p:cNvSpPr txBox="1"/>
          <p:nvPr/>
        </p:nvSpPr>
        <p:spPr>
          <a:xfrm>
            <a:off x="7946136" y="2514600"/>
            <a:ext cx="24995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F85E37-6716-68A5-A91D-EED5289AB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664" y="3118104"/>
            <a:ext cx="6163056" cy="346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62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STEPPER MOTOR USING AT89C51 USING PROTEUS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kartheek</dc:creator>
  <cp:lastModifiedBy>A kartheek</cp:lastModifiedBy>
  <cp:revision>1</cp:revision>
  <dcterms:created xsi:type="dcterms:W3CDTF">2026-07-30T06:18:55Z</dcterms:created>
  <dcterms:modified xsi:type="dcterms:W3CDTF">2026-07-30T06:19:11Z</dcterms:modified>
</cp:coreProperties>
</file>